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5106924"/>
            <a:ext cx="9089136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18288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1A2E"/>
                </a:solidFill>
              </a:rPr>
              <a:t>21</a:t>
            </a:r>
            <a:endParaRPr lang="en-US" sz="20000" dirty="0"/>
          </a:p>
        </p:txBody>
      </p:sp>
      <p:sp>
        <p:nvSpPr>
          <p:cNvPr id="6" name="Shape 4"/>
          <p:cNvSpPr/>
          <p:nvPr/>
        </p:nvSpPr>
        <p:spPr>
          <a:xfrm>
            <a:off x="457200" y="548640"/>
            <a:ext cx="2560320" cy="320040"/>
          </a:xfrm>
          <a:prstGeom prst="roundRect">
            <a:avLst>
              <a:gd name="adj" fmla="val 4285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48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INTERNAL COMMUNICATIONS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Non-Standard Internal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Communication Channels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that engage employees far more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powerfully than email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005840" cy="1005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0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channels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 boost your team's 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457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Physical Office Environment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Channels employees encounter without ever opening a computer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" y="1188720"/>
            <a:ext cx="274320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1188720"/>
            <a:ext cx="36576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TV Screens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Below / inside elevators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9544" y="1188720"/>
            <a:ext cx="274320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9544" y="1188720"/>
            <a:ext cx="36576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9272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Corporate Radio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9272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 the kitchen or open-plan office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1188720"/>
            <a:ext cx="274320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1188720"/>
            <a:ext cx="36576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Wall Projections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1072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 waiting areas, reception, elevator lobbies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" y="2834640"/>
            <a:ext cx="274320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" y="2834640"/>
            <a:ext cx="36576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Bathroom Mirrors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Stickers or markers with short messages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9544" y="2834640"/>
            <a:ext cx="274320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9544" y="2834640"/>
            <a:ext cx="36576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9272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Coffee Cups &amp; Napkins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19272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Print short messages on coffee cups or napkins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81344" y="2834640"/>
            <a:ext cx="274320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81344" y="2834640"/>
            <a:ext cx="36576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91072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Digital Display Boards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91072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On coffee machines and vending machines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4572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Micro-Touchpoints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Moments most companies completely overlook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868680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43000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35024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1A"/>
                </a:solidFill>
              </a:rPr>
              <a:t>07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Wi-Fi Push Notifications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1554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Triggered when employees connect to office Wi-Fi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057400"/>
            <a:ext cx="868680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057400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49424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1A"/>
                </a:solidFill>
              </a:rPr>
              <a:t>08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Printer &amp; Copier Screens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2468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Messages displayed on printer and copier screens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868680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971800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63824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1A"/>
                </a:solidFill>
              </a:rPr>
              <a:t>09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QR Codes on Meeting Rooms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3383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QR codes on doors linking to quick pulse surveys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886200"/>
            <a:ext cx="868680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886200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078224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1A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Laptop Stickers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05840" y="42976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Distributed by IT during onboarding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45720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Audio Formats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most underrated channel in corporate communications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86868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43000"/>
            <a:ext cx="54864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52728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2A1A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52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</a:rPr>
              <a:t>1 min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34440" y="1234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  CEO Voice Messages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Short 1-minute audio messages from the CEO in the corporate messenger — the feeling of personal connection without the time cost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377440"/>
            <a:ext cx="86868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377440"/>
            <a:ext cx="54864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487168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2A1A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871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</a:rPr>
              <a:t>5-7 min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34440" y="2468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  Internal Podcast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5–7 minutes once a week — easy to listen to on the way to the office or over coffee. No unnecessary formality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611880"/>
            <a:ext cx="86868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611880"/>
            <a:ext cx="54864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721608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2A1A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21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</a:rPr>
              <a:t>digest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34440" y="3703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13  Audio News Digests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4069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Company news in audio format — a brief weekly roundup that requires no screen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45720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Gamification Mechanics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Turning internal communication into an adventure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283464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97280"/>
            <a:ext cx="283464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4899"/>
                </a:solidFill>
              </a:rPr>
              <a:t>14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Interactive Quizzes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On elevator lobby screens — daily question, live results and leaderboard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83464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97280"/>
            <a:ext cx="283464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4899"/>
                </a:solidFill>
              </a:rPr>
              <a:t>15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Telegram Bots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743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Corporate bots with mini-missions or trivia directly in employees' favourite messenger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83464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097280"/>
            <a:ext cx="283464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234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4899"/>
                </a:solidFill>
              </a:rPr>
              <a:t>16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40080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Leaderboard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2743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Live office screen leaderboard — e.g. for participation in company initiatives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457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Behavioural Triggers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0624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68680"/>
            <a:ext cx="457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78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252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Staircase Messages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600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Each floor landing reveals the next part of a story or message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420624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240280"/>
            <a:ext cx="457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50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18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624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Easter Eggs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" y="2971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Small company facts hidden in unexpected spots around the office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611880"/>
            <a:ext cx="420624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611880"/>
            <a:ext cx="457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721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19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995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Micro-Cards on Desks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" y="4343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Placed on desks when launching a new initiative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"/>
            <a:ext cx="4572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Digital Spaces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63440" y="868680"/>
            <a:ext cx="429768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868680"/>
            <a:ext cx="4572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978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1252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Slack / Teams Banners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28032" y="16184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Status banners and reactions instead of long emails — fast and highly visible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788920"/>
            <a:ext cx="4297680" cy="16916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788920"/>
            <a:ext cx="4572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898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3172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Pop-up Cards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28032" y="35387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In corporate apps: HR systems, room booking tools, intranet portals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228600"/>
            <a:ext cx="0" cy="4663440"/>
          </a:xfrm>
          <a:prstGeom prst="line">
            <a:avLst/>
          </a:prstGeom>
          <a:noFill/>
          <a:ln w="12700">
            <a:solidFill>
              <a:srgbClr val="2A2A3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14"/>
          </a:solidFill>
          <a:ln w="12700">
            <a:solidFill>
              <a:srgbClr val="0A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7C3AED"/>
                </a:solidFill>
              </a:rPr>
              <a:t>THE KEY PRINCIPLE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BD5E1"/>
                </a:solidFill>
              </a:rPr>
              <a:t>The most effective channels are those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CBD5E1"/>
                </a:solidFill>
              </a:rPr>
              <a:t>that reach employees during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natural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day pauses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25780" y="3017520"/>
            <a:ext cx="1920240" cy="502920"/>
          </a:xfrm>
          <a:prstGeom prst="roundRect">
            <a:avLst>
              <a:gd name="adj" fmla="val 45455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Waiting for the lift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3180" y="3017520"/>
            <a:ext cx="1920240" cy="502920"/>
          </a:xfrm>
          <a:prstGeom prst="roundRect">
            <a:avLst>
              <a:gd name="adj" fmla="val 45455"/>
            </a:avLst>
          </a:prstGeom>
          <a:solidFill>
            <a:srgbClr val="1A1A2E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318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Coffee break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0580" y="3017520"/>
            <a:ext cx="1920240" cy="502920"/>
          </a:xfrm>
          <a:prstGeom prst="roundRect">
            <a:avLst>
              <a:gd name="adj" fmla="val 45455"/>
            </a:avLst>
          </a:prstGeom>
          <a:solidFill>
            <a:srgbClr val="1A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058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Walking through office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97980" y="3017520"/>
            <a:ext cx="1920240" cy="502920"/>
          </a:xfrm>
          <a:prstGeom prst="roundRect">
            <a:avLst>
              <a:gd name="adj" fmla="val 45455"/>
            </a:avLst>
          </a:prstGeom>
          <a:solidFill>
            <a:srgbClr val="1A1A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798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Opening a work tool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Meet employees where they already are — don't make them seek out information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All 21 Channels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Complete map of non-standard internal communication channels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" y="1005840"/>
            <a:ext cx="84124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" y="1005840"/>
            <a:ext cx="841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0F1A"/>
                </a:solidFill>
              </a:rPr>
              <a:t>Physical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0F1A"/>
                </a:solidFill>
              </a:rPr>
              <a:t>Environment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05840" y="105156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051560"/>
            <a:ext cx="111556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14300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01 TV Screens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76272" y="105156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6272" y="1051560"/>
            <a:ext cx="111556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114300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02 Corporate Radio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46704" y="105156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46704" y="1051560"/>
            <a:ext cx="111556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114300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03 Wall Projections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17136" y="105156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17136" y="1051560"/>
            <a:ext cx="111556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62856" y="114300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04 Mirrors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87568" y="105156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7568" y="1051560"/>
            <a:ext cx="111556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33288" y="114300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05 Cups/Napkins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0" y="105156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1051560"/>
            <a:ext cx="111556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14300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06 Digital Boards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28432" y="105156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8432" y="1051560"/>
            <a:ext cx="111556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74152" y="114300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07 Wi-Fi Push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" y="2331720"/>
            <a:ext cx="84124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" y="2331720"/>
            <a:ext cx="841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0F1A"/>
                </a:solidFill>
              </a:rPr>
              <a:t>Micro-points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0F1A"/>
                </a:solidFill>
              </a:rPr>
              <a:t>+ Audio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005840" y="237744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2377440"/>
            <a:ext cx="1115568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246888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08 Printers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76272" y="237744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76272" y="2377440"/>
            <a:ext cx="1115568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21992" y="246888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09 QR on Rooms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46704" y="237744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46704" y="2377440"/>
            <a:ext cx="1115568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2424" y="246888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10 Laptop Stickers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17136" y="237744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17136" y="2377440"/>
            <a:ext cx="1115568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62856" y="246888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11 CEO Voice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87568" y="237744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87568" y="2377440"/>
            <a:ext cx="1115568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33288" y="246888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12 Podcast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58000" y="237744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0" y="2377440"/>
            <a:ext cx="1115568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246888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13 Audio Digest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28432" y="237744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28432" y="2377440"/>
            <a:ext cx="1115568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74152" y="246888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14 Quizzes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3152" y="3657600"/>
            <a:ext cx="841248" cy="10972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" y="3657600"/>
            <a:ext cx="841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0F1A"/>
                </a:solidFill>
              </a:rPr>
              <a:t>Game + Triggers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0F1A"/>
                </a:solidFill>
              </a:rPr>
              <a:t>+ Digital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05840" y="370332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5840" y="3703320"/>
            <a:ext cx="1115568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0" y="379476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15 Telegram Bots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176272" y="370332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76272" y="3703320"/>
            <a:ext cx="1115568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21992" y="379476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16 Leaderboard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346704" y="370332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346704" y="3703320"/>
            <a:ext cx="1115568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92424" y="379476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17 Staircases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17136" y="370332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17136" y="3703320"/>
            <a:ext cx="1115568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62856" y="379476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18 Easter Eggs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687568" y="370332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87568" y="3703320"/>
            <a:ext cx="1115568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33288" y="379476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19 Micro-Cards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858000" y="370332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0" y="3703320"/>
            <a:ext cx="1115568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03720" y="379476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20 Slack Banners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028432" y="3703320"/>
            <a:ext cx="1115568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28432" y="3703320"/>
            <a:ext cx="1115568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74152" y="379476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21 Pop-up Cards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act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Lin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Circle"/>
          <p:cNvSpPr/>
          <p:nvPr/>
        </p:nvSpPr>
        <p:spPr>
          <a:xfrm>
            <a:off x="6400800" y="685800"/>
            <a:ext cx="2743200" cy="2743200"/>
          </a:xfrm>
          <a:prstGeom prst="ellipse">
            <a:avLst/>
          </a:prstGeom>
          <a:solidFill>
            <a:srgbClr val="7C3AED">
              <a:alpha val="3000"/>
            </a:srgbClr>
          </a:solidFill>
        </p:spPr>
      </p:sp>
      <p:sp>
        <p:nvSpPr>
          <p:cNvPr id="4" name="Label"/>
          <p:cNvSpPr/>
          <p:nvPr/>
        </p:nvSpPr>
        <p:spPr>
          <a:xfrm>
            <a:off x="457200" y="320040"/>
            <a:ext cx="50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dirty="0">
                <a:solidFill>
                  <a:srgbClr val="7C3AED"/>
                </a:solidFill>
              </a:rPr>
              <a:t>ABOUT THE AUTHOR</a:t>
            </a:r>
          </a:p>
        </p:txBody>
      </p:sp>
      <p:sp>
        <p:nvSpPr>
          <p:cNvPr id="5" name="Name"/>
          <p:cNvSpPr/>
          <p:nvPr/>
        </p:nvSpPr>
        <p:spPr>
          <a:xfrm>
            <a:off x="457200" y="685800"/>
            <a:ext cx="58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Yulia Kapustinskaya</a:t>
            </a:r>
          </a:p>
        </p:txBody>
      </p:sp>
      <p:sp>
        <p:nvSpPr>
          <p:cNvPr id="6" name="JobTitle"/>
          <p:cNvSpPr/>
          <p:nvPr/>
        </p:nvSpPr>
        <p:spPr>
          <a:xfrm>
            <a:off x="457200" y="1371600"/>
            <a:ext cx="58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Employer Branding &amp; Internal Communications Manager</a:t>
            </a:r>
          </a:p>
        </p:txBody>
      </p:sp>
      <p:sp>
        <p:nvSpPr>
          <p:cNvPr id="7" name="Bio"/>
          <p:cNvSpPr/>
          <p:nvPr/>
        </p:nvSpPr>
        <p:spPr>
          <a:xfrm>
            <a:off x="457200" y="1828800"/>
            <a:ext cx="56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6+ years building internal comms systems, employer brands and corporate media across IT, healthcare and finance. Based in Dubai. Open to consulting and full-time roles.</a:t>
            </a:r>
          </a:p>
        </p:txBody>
      </p:sp>
      <p:sp>
        <p:nvSpPr>
          <p:cNvPr id="8" name="ContactLabel"/>
          <p:cNvSpPr/>
          <p:nvPr/>
        </p:nvSpPr>
        <p:spPr>
          <a:xfrm>
            <a:off x="457200" y="2743200"/>
            <a:ext cx="56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dirty="0">
                <a:solidFill>
                  <a:srgbClr val="7C3AED"/>
                </a:solidFill>
              </a:rPr>
              <a:t>GET IN TOUCH</a:t>
            </a:r>
          </a:p>
        </p:txBody>
      </p:sp>
      <p:sp>
        <p:nvSpPr>
          <p:cNvPr id="9" name="Email"/>
          <p:cNvSpPr/>
          <p:nvPr/>
        </p:nvSpPr>
        <p:spPr>
          <a:xfrm>
            <a:off x="457200" y="3154080"/>
            <a:ext cx="56000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yulia.kapustinskaya@gmail.com</a:t>
            </a:r>
          </a:p>
        </p:txBody>
      </p:sp>
      <p:sp>
        <p:nvSpPr>
          <p:cNvPr id="10" name="LinkedIn"/>
          <p:cNvSpPr/>
          <p:nvPr/>
        </p:nvSpPr>
        <p:spPr>
          <a:xfrm>
            <a:off x="457200" y="3566880"/>
            <a:ext cx="56000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linkedin.com/in/yulia-kapustinskaya-0aa48a15b</a:t>
            </a:r>
          </a:p>
        </p:txBody>
      </p:sp>
      <p:sp>
        <p:nvSpPr>
          <p:cNvPr id="11" name="Website"/>
          <p:cNvSpPr/>
          <p:nvPr/>
        </p:nvSpPr>
        <p:spPr>
          <a:xfrm>
            <a:off x="457200" y="3979680"/>
            <a:ext cx="5600000" cy="3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yuliakaps.netlify.app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Non-Standard Internal Communication Channels</dc:title>
  <dc:subject>PptxGenJS Presentation</dc:subject>
  <dc:creator>PptxGenJS</dc:creator>
  <cp:lastModifiedBy>PptxGenJS</cp:lastModifiedBy>
  <cp:revision>1</cp:revision>
  <dcterms:created xsi:type="dcterms:W3CDTF">2026-03-09T11:44:11Z</dcterms:created>
  <dcterms:modified xsi:type="dcterms:W3CDTF">2026-03-09T11:44:11Z</dcterms:modified>
</cp:coreProperties>
</file>